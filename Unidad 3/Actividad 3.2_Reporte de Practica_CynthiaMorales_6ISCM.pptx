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44EDC0-41DA-41B5-B51F-5C515F2447ED}" type="datetimeFigureOut">
              <a:rPr lang="es-MX" smtClean="0"/>
              <a:t>30/05/2026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8A4838-82EB-4BD5-89AB-03209A54DADA}" type="slidenum">
              <a:rPr lang="es-MX" smtClean="0"/>
              <a:t>‹Nº›</a:t>
            </a:fld>
            <a:endParaRPr lang="es-MX"/>
          </a:p>
        </p:txBody>
      </p:sp>
    </p:spTree>
    <p:extLst>
      <p:ext uri="{BB962C8B-B14F-4D97-AF65-F5344CB8AC3E}">
        <p14:creationId xmlns:p14="http://schemas.microsoft.com/office/powerpoint/2010/main" val="1524408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F58A4838-82EB-4BD5-89AB-03209A54DADA}" type="slidenum">
              <a:rPr lang="es-MX" smtClean="0"/>
              <a:t>5</a:t>
            </a:fld>
            <a:endParaRPr lang="es-MX"/>
          </a:p>
        </p:txBody>
      </p:sp>
    </p:spTree>
    <p:extLst>
      <p:ext uri="{BB962C8B-B14F-4D97-AF65-F5344CB8AC3E}">
        <p14:creationId xmlns:p14="http://schemas.microsoft.com/office/powerpoint/2010/main" val="3686896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93D8D6-EC5C-6A6A-9EF8-6D0A25C67D4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930E6476-0274-CEB1-E993-258B1F2FFF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8CCD1D4A-48A7-FC35-FED5-99DAE468B60A}"/>
              </a:ext>
            </a:extLst>
          </p:cNvPr>
          <p:cNvSpPr>
            <a:spLocks noGrp="1"/>
          </p:cNvSpPr>
          <p:nvPr>
            <p:ph type="dt" sz="half" idx="10"/>
          </p:nvPr>
        </p:nvSpPr>
        <p:spPr/>
        <p:txBody>
          <a:bodyPr/>
          <a:lstStyle/>
          <a:p>
            <a:fld id="{5EA86179-2F26-403A-B4C1-F939C183C27D}" type="datetimeFigureOut">
              <a:rPr lang="es-MX" smtClean="0"/>
              <a:t>30/05/2026</a:t>
            </a:fld>
            <a:endParaRPr lang="es-MX"/>
          </a:p>
        </p:txBody>
      </p:sp>
      <p:sp>
        <p:nvSpPr>
          <p:cNvPr id="5" name="Marcador de pie de página 4">
            <a:extLst>
              <a:ext uri="{FF2B5EF4-FFF2-40B4-BE49-F238E27FC236}">
                <a16:creationId xmlns:a16="http://schemas.microsoft.com/office/drawing/2014/main" id="{56BF22A9-E399-EE3B-BE0C-B9D4F2C2D28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E5C99EF-71DF-55BB-D589-26485E7FDD33}"/>
              </a:ext>
            </a:extLst>
          </p:cNvPr>
          <p:cNvSpPr>
            <a:spLocks noGrp="1"/>
          </p:cNvSpPr>
          <p:nvPr>
            <p:ph type="sldNum" sz="quarter" idx="12"/>
          </p:nvPr>
        </p:nvSpPr>
        <p:spPr/>
        <p:txBody>
          <a:bodyPr/>
          <a:lstStyle/>
          <a:p>
            <a:fld id="{5562BBA5-BEB3-4A02-B786-B0B3EBDB027F}" type="slidenum">
              <a:rPr lang="es-MX" smtClean="0"/>
              <a:t>‹Nº›</a:t>
            </a:fld>
            <a:endParaRPr lang="es-MX"/>
          </a:p>
        </p:txBody>
      </p:sp>
    </p:spTree>
    <p:extLst>
      <p:ext uri="{BB962C8B-B14F-4D97-AF65-F5344CB8AC3E}">
        <p14:creationId xmlns:p14="http://schemas.microsoft.com/office/powerpoint/2010/main" val="2335214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AD713C-9108-2F7D-A0AD-32B227E82B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9FB62B1-5F85-B669-525A-7EA2E23F839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DE66587-C18F-6AA1-4DFD-4A13BF1CAB15}"/>
              </a:ext>
            </a:extLst>
          </p:cNvPr>
          <p:cNvSpPr>
            <a:spLocks noGrp="1"/>
          </p:cNvSpPr>
          <p:nvPr>
            <p:ph type="dt" sz="half" idx="10"/>
          </p:nvPr>
        </p:nvSpPr>
        <p:spPr/>
        <p:txBody>
          <a:bodyPr/>
          <a:lstStyle/>
          <a:p>
            <a:fld id="{5EA86179-2F26-403A-B4C1-F939C183C27D}" type="datetimeFigureOut">
              <a:rPr lang="es-MX" smtClean="0"/>
              <a:t>30/05/2026</a:t>
            </a:fld>
            <a:endParaRPr lang="es-MX"/>
          </a:p>
        </p:txBody>
      </p:sp>
      <p:sp>
        <p:nvSpPr>
          <p:cNvPr id="5" name="Marcador de pie de página 4">
            <a:extLst>
              <a:ext uri="{FF2B5EF4-FFF2-40B4-BE49-F238E27FC236}">
                <a16:creationId xmlns:a16="http://schemas.microsoft.com/office/drawing/2014/main" id="{96CD4A21-24CA-2564-85F1-5239BE7EB63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12C2747-CE1F-3805-3C49-5F3797F8E1F7}"/>
              </a:ext>
            </a:extLst>
          </p:cNvPr>
          <p:cNvSpPr>
            <a:spLocks noGrp="1"/>
          </p:cNvSpPr>
          <p:nvPr>
            <p:ph type="sldNum" sz="quarter" idx="12"/>
          </p:nvPr>
        </p:nvSpPr>
        <p:spPr/>
        <p:txBody>
          <a:bodyPr/>
          <a:lstStyle/>
          <a:p>
            <a:fld id="{5562BBA5-BEB3-4A02-B786-B0B3EBDB027F}" type="slidenum">
              <a:rPr lang="es-MX" smtClean="0"/>
              <a:t>‹Nº›</a:t>
            </a:fld>
            <a:endParaRPr lang="es-MX"/>
          </a:p>
        </p:txBody>
      </p:sp>
    </p:spTree>
    <p:extLst>
      <p:ext uri="{BB962C8B-B14F-4D97-AF65-F5344CB8AC3E}">
        <p14:creationId xmlns:p14="http://schemas.microsoft.com/office/powerpoint/2010/main" val="3591242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988912-C407-0DD3-8CA7-7445E20ABAD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2F4572F-888E-4D24-5C75-54110220DB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669CE01-7A0E-DCB6-8001-AF54C0B4AC83}"/>
              </a:ext>
            </a:extLst>
          </p:cNvPr>
          <p:cNvSpPr>
            <a:spLocks noGrp="1"/>
          </p:cNvSpPr>
          <p:nvPr>
            <p:ph type="dt" sz="half" idx="10"/>
          </p:nvPr>
        </p:nvSpPr>
        <p:spPr/>
        <p:txBody>
          <a:bodyPr/>
          <a:lstStyle/>
          <a:p>
            <a:fld id="{5EA86179-2F26-403A-B4C1-F939C183C27D}" type="datetimeFigureOut">
              <a:rPr lang="es-MX" smtClean="0"/>
              <a:t>30/05/2026</a:t>
            </a:fld>
            <a:endParaRPr lang="es-MX"/>
          </a:p>
        </p:txBody>
      </p:sp>
      <p:sp>
        <p:nvSpPr>
          <p:cNvPr id="5" name="Marcador de pie de página 4">
            <a:extLst>
              <a:ext uri="{FF2B5EF4-FFF2-40B4-BE49-F238E27FC236}">
                <a16:creationId xmlns:a16="http://schemas.microsoft.com/office/drawing/2014/main" id="{937C51F1-2311-C23B-73B2-28979C62478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1A893D6-7E28-5F6F-0DE2-F32F36D4A095}"/>
              </a:ext>
            </a:extLst>
          </p:cNvPr>
          <p:cNvSpPr>
            <a:spLocks noGrp="1"/>
          </p:cNvSpPr>
          <p:nvPr>
            <p:ph type="sldNum" sz="quarter" idx="12"/>
          </p:nvPr>
        </p:nvSpPr>
        <p:spPr/>
        <p:txBody>
          <a:bodyPr/>
          <a:lstStyle/>
          <a:p>
            <a:fld id="{5562BBA5-BEB3-4A02-B786-B0B3EBDB027F}" type="slidenum">
              <a:rPr lang="es-MX" smtClean="0"/>
              <a:t>‹Nº›</a:t>
            </a:fld>
            <a:endParaRPr lang="es-MX"/>
          </a:p>
        </p:txBody>
      </p:sp>
    </p:spTree>
    <p:extLst>
      <p:ext uri="{BB962C8B-B14F-4D97-AF65-F5344CB8AC3E}">
        <p14:creationId xmlns:p14="http://schemas.microsoft.com/office/powerpoint/2010/main" val="2469579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45A40-74D0-0DFB-B670-ADEF759BA9B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D2375CE-4D6E-0730-07CE-26DBB78C04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7D3EAC18-95B1-9BC6-7404-76BFB50F809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A35C4A83-7B37-8046-CF1C-B38660246BC4}"/>
              </a:ext>
            </a:extLst>
          </p:cNvPr>
          <p:cNvSpPr>
            <a:spLocks noGrp="1"/>
          </p:cNvSpPr>
          <p:nvPr>
            <p:ph type="dt" sz="half" idx="10"/>
          </p:nvPr>
        </p:nvSpPr>
        <p:spPr/>
        <p:txBody>
          <a:bodyPr/>
          <a:lstStyle/>
          <a:p>
            <a:fld id="{5EA86179-2F26-403A-B4C1-F939C183C27D}" type="datetimeFigureOut">
              <a:rPr lang="es-MX" smtClean="0"/>
              <a:t>30/05/2026</a:t>
            </a:fld>
            <a:endParaRPr lang="es-MX"/>
          </a:p>
        </p:txBody>
      </p:sp>
      <p:sp>
        <p:nvSpPr>
          <p:cNvPr id="6" name="Marcador de pie de página 5">
            <a:extLst>
              <a:ext uri="{FF2B5EF4-FFF2-40B4-BE49-F238E27FC236}">
                <a16:creationId xmlns:a16="http://schemas.microsoft.com/office/drawing/2014/main" id="{59A6E2E2-107C-5BDF-C18E-149B3EA0DDC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B786A64-F48A-9641-6C79-73E83B60E019}"/>
              </a:ext>
            </a:extLst>
          </p:cNvPr>
          <p:cNvSpPr>
            <a:spLocks noGrp="1"/>
          </p:cNvSpPr>
          <p:nvPr>
            <p:ph type="sldNum" sz="quarter" idx="12"/>
          </p:nvPr>
        </p:nvSpPr>
        <p:spPr/>
        <p:txBody>
          <a:bodyPr/>
          <a:lstStyle/>
          <a:p>
            <a:fld id="{5562BBA5-BEB3-4A02-B786-B0B3EBDB027F}" type="slidenum">
              <a:rPr lang="es-MX" smtClean="0"/>
              <a:t>‹Nº›</a:t>
            </a:fld>
            <a:endParaRPr lang="es-MX"/>
          </a:p>
        </p:txBody>
      </p:sp>
    </p:spTree>
    <p:extLst>
      <p:ext uri="{BB962C8B-B14F-4D97-AF65-F5344CB8AC3E}">
        <p14:creationId xmlns:p14="http://schemas.microsoft.com/office/powerpoint/2010/main" val="4049449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E92D05-499C-3ED3-C8A9-11EFE35A230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A18A267-BC1D-F39D-7158-2C3E9589A2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177664C-B419-CE5C-4A5D-CAF4E52B731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1F6DF44C-6413-D6AE-78F8-5FBBBC9199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BC05F12-EDC1-159B-DBE8-A75A743D68E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A3764D-BD74-CC4F-696C-5831EE0B8390}"/>
              </a:ext>
            </a:extLst>
          </p:cNvPr>
          <p:cNvSpPr>
            <a:spLocks noGrp="1"/>
          </p:cNvSpPr>
          <p:nvPr>
            <p:ph type="dt" sz="half" idx="10"/>
          </p:nvPr>
        </p:nvSpPr>
        <p:spPr/>
        <p:txBody>
          <a:bodyPr/>
          <a:lstStyle/>
          <a:p>
            <a:fld id="{5EA86179-2F26-403A-B4C1-F939C183C27D}" type="datetimeFigureOut">
              <a:rPr lang="es-MX" smtClean="0"/>
              <a:t>30/05/2026</a:t>
            </a:fld>
            <a:endParaRPr lang="es-MX"/>
          </a:p>
        </p:txBody>
      </p:sp>
      <p:sp>
        <p:nvSpPr>
          <p:cNvPr id="8" name="Marcador de pie de página 7">
            <a:extLst>
              <a:ext uri="{FF2B5EF4-FFF2-40B4-BE49-F238E27FC236}">
                <a16:creationId xmlns:a16="http://schemas.microsoft.com/office/drawing/2014/main" id="{E8586D2C-8201-6970-BDD8-E97D09AFFE9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85328EBF-F249-7CD7-603B-4D920E0C704C}"/>
              </a:ext>
            </a:extLst>
          </p:cNvPr>
          <p:cNvSpPr>
            <a:spLocks noGrp="1"/>
          </p:cNvSpPr>
          <p:nvPr>
            <p:ph type="sldNum" sz="quarter" idx="12"/>
          </p:nvPr>
        </p:nvSpPr>
        <p:spPr/>
        <p:txBody>
          <a:bodyPr/>
          <a:lstStyle/>
          <a:p>
            <a:fld id="{5562BBA5-BEB3-4A02-B786-B0B3EBDB027F}" type="slidenum">
              <a:rPr lang="es-MX" smtClean="0"/>
              <a:t>‹Nº›</a:t>
            </a:fld>
            <a:endParaRPr lang="es-MX"/>
          </a:p>
        </p:txBody>
      </p:sp>
    </p:spTree>
    <p:extLst>
      <p:ext uri="{BB962C8B-B14F-4D97-AF65-F5344CB8AC3E}">
        <p14:creationId xmlns:p14="http://schemas.microsoft.com/office/powerpoint/2010/main" val="806522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125C62-CF91-25E5-88A5-07BEC5E65FB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2EFD821-6959-37D7-11EE-7F615473C78A}"/>
              </a:ext>
            </a:extLst>
          </p:cNvPr>
          <p:cNvSpPr>
            <a:spLocks noGrp="1"/>
          </p:cNvSpPr>
          <p:nvPr>
            <p:ph type="dt" sz="half" idx="10"/>
          </p:nvPr>
        </p:nvSpPr>
        <p:spPr/>
        <p:txBody>
          <a:bodyPr/>
          <a:lstStyle/>
          <a:p>
            <a:fld id="{5EA86179-2F26-403A-B4C1-F939C183C27D}" type="datetimeFigureOut">
              <a:rPr lang="es-MX" smtClean="0"/>
              <a:t>30/05/2026</a:t>
            </a:fld>
            <a:endParaRPr lang="es-MX"/>
          </a:p>
        </p:txBody>
      </p:sp>
      <p:sp>
        <p:nvSpPr>
          <p:cNvPr id="4" name="Marcador de pie de página 3">
            <a:extLst>
              <a:ext uri="{FF2B5EF4-FFF2-40B4-BE49-F238E27FC236}">
                <a16:creationId xmlns:a16="http://schemas.microsoft.com/office/drawing/2014/main" id="{B6C847C1-34A8-054F-AFEF-E582B8D4E37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C9D3D72-D5D5-01AE-A86A-CBEFE4440864}"/>
              </a:ext>
            </a:extLst>
          </p:cNvPr>
          <p:cNvSpPr>
            <a:spLocks noGrp="1"/>
          </p:cNvSpPr>
          <p:nvPr>
            <p:ph type="sldNum" sz="quarter" idx="12"/>
          </p:nvPr>
        </p:nvSpPr>
        <p:spPr/>
        <p:txBody>
          <a:bodyPr/>
          <a:lstStyle/>
          <a:p>
            <a:fld id="{5562BBA5-BEB3-4A02-B786-B0B3EBDB027F}" type="slidenum">
              <a:rPr lang="es-MX" smtClean="0"/>
              <a:t>‹Nº›</a:t>
            </a:fld>
            <a:endParaRPr lang="es-MX"/>
          </a:p>
        </p:txBody>
      </p:sp>
    </p:spTree>
    <p:extLst>
      <p:ext uri="{BB962C8B-B14F-4D97-AF65-F5344CB8AC3E}">
        <p14:creationId xmlns:p14="http://schemas.microsoft.com/office/powerpoint/2010/main" val="1176086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2FEEE2E-7FAF-3EC5-3297-12E71630EE67}"/>
              </a:ext>
            </a:extLst>
          </p:cNvPr>
          <p:cNvSpPr>
            <a:spLocks noGrp="1"/>
          </p:cNvSpPr>
          <p:nvPr>
            <p:ph type="dt" sz="half" idx="10"/>
          </p:nvPr>
        </p:nvSpPr>
        <p:spPr/>
        <p:txBody>
          <a:bodyPr/>
          <a:lstStyle/>
          <a:p>
            <a:fld id="{5EA86179-2F26-403A-B4C1-F939C183C27D}" type="datetimeFigureOut">
              <a:rPr lang="es-MX" smtClean="0"/>
              <a:t>30/05/2026</a:t>
            </a:fld>
            <a:endParaRPr lang="es-MX"/>
          </a:p>
        </p:txBody>
      </p:sp>
      <p:sp>
        <p:nvSpPr>
          <p:cNvPr id="3" name="Marcador de pie de página 2">
            <a:extLst>
              <a:ext uri="{FF2B5EF4-FFF2-40B4-BE49-F238E27FC236}">
                <a16:creationId xmlns:a16="http://schemas.microsoft.com/office/drawing/2014/main" id="{318E82D5-A8C0-1853-6B99-B165EE90A83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121246B-5912-EBD8-9EBA-29CAFE0925C4}"/>
              </a:ext>
            </a:extLst>
          </p:cNvPr>
          <p:cNvSpPr>
            <a:spLocks noGrp="1"/>
          </p:cNvSpPr>
          <p:nvPr>
            <p:ph type="sldNum" sz="quarter" idx="12"/>
          </p:nvPr>
        </p:nvSpPr>
        <p:spPr/>
        <p:txBody>
          <a:bodyPr/>
          <a:lstStyle/>
          <a:p>
            <a:fld id="{5562BBA5-BEB3-4A02-B786-B0B3EBDB027F}" type="slidenum">
              <a:rPr lang="es-MX" smtClean="0"/>
              <a:t>‹Nº›</a:t>
            </a:fld>
            <a:endParaRPr lang="es-MX"/>
          </a:p>
        </p:txBody>
      </p:sp>
    </p:spTree>
    <p:extLst>
      <p:ext uri="{BB962C8B-B14F-4D97-AF65-F5344CB8AC3E}">
        <p14:creationId xmlns:p14="http://schemas.microsoft.com/office/powerpoint/2010/main" val="2001718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FDEE93-17F8-DB56-936D-F291A865AB6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89D5F1B-E016-F7A6-8B29-E7A9A00EAC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15AE0464-AB1B-BF5E-647A-FD70AEA43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4361E3F-4008-54C1-95B3-7BEA1CD1D8F8}"/>
              </a:ext>
            </a:extLst>
          </p:cNvPr>
          <p:cNvSpPr>
            <a:spLocks noGrp="1"/>
          </p:cNvSpPr>
          <p:nvPr>
            <p:ph type="dt" sz="half" idx="10"/>
          </p:nvPr>
        </p:nvSpPr>
        <p:spPr/>
        <p:txBody>
          <a:bodyPr/>
          <a:lstStyle/>
          <a:p>
            <a:fld id="{5EA86179-2F26-403A-B4C1-F939C183C27D}" type="datetimeFigureOut">
              <a:rPr lang="es-MX" smtClean="0"/>
              <a:t>30/05/2026</a:t>
            </a:fld>
            <a:endParaRPr lang="es-MX"/>
          </a:p>
        </p:txBody>
      </p:sp>
      <p:sp>
        <p:nvSpPr>
          <p:cNvPr id="6" name="Marcador de pie de página 5">
            <a:extLst>
              <a:ext uri="{FF2B5EF4-FFF2-40B4-BE49-F238E27FC236}">
                <a16:creationId xmlns:a16="http://schemas.microsoft.com/office/drawing/2014/main" id="{F3BB62E7-8303-B48E-C9AE-0A819924BA2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BBF7629-6DBA-7A3B-35DB-1F476E327E07}"/>
              </a:ext>
            </a:extLst>
          </p:cNvPr>
          <p:cNvSpPr>
            <a:spLocks noGrp="1"/>
          </p:cNvSpPr>
          <p:nvPr>
            <p:ph type="sldNum" sz="quarter" idx="12"/>
          </p:nvPr>
        </p:nvSpPr>
        <p:spPr/>
        <p:txBody>
          <a:bodyPr/>
          <a:lstStyle/>
          <a:p>
            <a:fld id="{5562BBA5-BEB3-4A02-B786-B0B3EBDB027F}" type="slidenum">
              <a:rPr lang="es-MX" smtClean="0"/>
              <a:t>‹Nº›</a:t>
            </a:fld>
            <a:endParaRPr lang="es-MX"/>
          </a:p>
        </p:txBody>
      </p:sp>
    </p:spTree>
    <p:extLst>
      <p:ext uri="{BB962C8B-B14F-4D97-AF65-F5344CB8AC3E}">
        <p14:creationId xmlns:p14="http://schemas.microsoft.com/office/powerpoint/2010/main" val="1336908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39E7EE-ABD1-FEAE-D1B2-21D04118EF5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92394A3B-622D-2E1B-72AF-A7E04F15EF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08ADCC4-0193-94B6-8D88-82E264914F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9D5AC1B-4060-DF7D-4AEE-862DAC62ECF0}"/>
              </a:ext>
            </a:extLst>
          </p:cNvPr>
          <p:cNvSpPr>
            <a:spLocks noGrp="1"/>
          </p:cNvSpPr>
          <p:nvPr>
            <p:ph type="dt" sz="half" idx="10"/>
          </p:nvPr>
        </p:nvSpPr>
        <p:spPr/>
        <p:txBody>
          <a:bodyPr/>
          <a:lstStyle/>
          <a:p>
            <a:fld id="{5EA86179-2F26-403A-B4C1-F939C183C27D}" type="datetimeFigureOut">
              <a:rPr lang="es-MX" smtClean="0"/>
              <a:t>30/05/2026</a:t>
            </a:fld>
            <a:endParaRPr lang="es-MX"/>
          </a:p>
        </p:txBody>
      </p:sp>
      <p:sp>
        <p:nvSpPr>
          <p:cNvPr id="6" name="Marcador de pie de página 5">
            <a:extLst>
              <a:ext uri="{FF2B5EF4-FFF2-40B4-BE49-F238E27FC236}">
                <a16:creationId xmlns:a16="http://schemas.microsoft.com/office/drawing/2014/main" id="{F2963211-A322-D63F-8850-83EF50A92E8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2FACA56-A901-B66D-F544-8112DA27A24C}"/>
              </a:ext>
            </a:extLst>
          </p:cNvPr>
          <p:cNvSpPr>
            <a:spLocks noGrp="1"/>
          </p:cNvSpPr>
          <p:nvPr>
            <p:ph type="sldNum" sz="quarter" idx="12"/>
          </p:nvPr>
        </p:nvSpPr>
        <p:spPr/>
        <p:txBody>
          <a:bodyPr/>
          <a:lstStyle/>
          <a:p>
            <a:fld id="{5562BBA5-BEB3-4A02-B786-B0B3EBDB027F}" type="slidenum">
              <a:rPr lang="es-MX" smtClean="0"/>
              <a:t>‹Nº›</a:t>
            </a:fld>
            <a:endParaRPr lang="es-MX"/>
          </a:p>
        </p:txBody>
      </p:sp>
    </p:spTree>
    <p:extLst>
      <p:ext uri="{BB962C8B-B14F-4D97-AF65-F5344CB8AC3E}">
        <p14:creationId xmlns:p14="http://schemas.microsoft.com/office/powerpoint/2010/main" val="470800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3F420C-F4F4-B8CE-1115-765FE90F2D1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94D959D-29EB-68E3-BED8-691384B099B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779DF9E-12C6-2B45-B25D-5465BB54F4CF}"/>
              </a:ext>
            </a:extLst>
          </p:cNvPr>
          <p:cNvSpPr>
            <a:spLocks noGrp="1"/>
          </p:cNvSpPr>
          <p:nvPr>
            <p:ph type="dt" sz="half" idx="10"/>
          </p:nvPr>
        </p:nvSpPr>
        <p:spPr/>
        <p:txBody>
          <a:bodyPr/>
          <a:lstStyle/>
          <a:p>
            <a:fld id="{5EA86179-2F26-403A-B4C1-F939C183C27D}" type="datetimeFigureOut">
              <a:rPr lang="es-MX" smtClean="0"/>
              <a:t>30/05/2026</a:t>
            </a:fld>
            <a:endParaRPr lang="es-MX"/>
          </a:p>
        </p:txBody>
      </p:sp>
      <p:sp>
        <p:nvSpPr>
          <p:cNvPr id="5" name="Marcador de pie de página 4">
            <a:extLst>
              <a:ext uri="{FF2B5EF4-FFF2-40B4-BE49-F238E27FC236}">
                <a16:creationId xmlns:a16="http://schemas.microsoft.com/office/drawing/2014/main" id="{8962791A-EE72-1E77-2626-614E1354D8A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1600E62-4C38-11C2-714A-8681B6D04024}"/>
              </a:ext>
            </a:extLst>
          </p:cNvPr>
          <p:cNvSpPr>
            <a:spLocks noGrp="1"/>
          </p:cNvSpPr>
          <p:nvPr>
            <p:ph type="sldNum" sz="quarter" idx="12"/>
          </p:nvPr>
        </p:nvSpPr>
        <p:spPr/>
        <p:txBody>
          <a:bodyPr/>
          <a:lstStyle/>
          <a:p>
            <a:fld id="{5562BBA5-BEB3-4A02-B786-B0B3EBDB027F}" type="slidenum">
              <a:rPr lang="es-MX" smtClean="0"/>
              <a:t>‹Nº›</a:t>
            </a:fld>
            <a:endParaRPr lang="es-MX"/>
          </a:p>
        </p:txBody>
      </p:sp>
    </p:spTree>
    <p:extLst>
      <p:ext uri="{BB962C8B-B14F-4D97-AF65-F5344CB8AC3E}">
        <p14:creationId xmlns:p14="http://schemas.microsoft.com/office/powerpoint/2010/main" val="990781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7775585-18E8-55F2-BCA0-727DE42D16E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7A282DF-BC8C-0B9F-FD70-CAE6C269020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62C3711-034A-F882-04D5-458FA88AD8D4}"/>
              </a:ext>
            </a:extLst>
          </p:cNvPr>
          <p:cNvSpPr>
            <a:spLocks noGrp="1"/>
          </p:cNvSpPr>
          <p:nvPr>
            <p:ph type="dt" sz="half" idx="10"/>
          </p:nvPr>
        </p:nvSpPr>
        <p:spPr/>
        <p:txBody>
          <a:bodyPr/>
          <a:lstStyle/>
          <a:p>
            <a:fld id="{5EA86179-2F26-403A-B4C1-F939C183C27D}" type="datetimeFigureOut">
              <a:rPr lang="es-MX" smtClean="0"/>
              <a:t>30/05/2026</a:t>
            </a:fld>
            <a:endParaRPr lang="es-MX"/>
          </a:p>
        </p:txBody>
      </p:sp>
      <p:sp>
        <p:nvSpPr>
          <p:cNvPr id="5" name="Marcador de pie de página 4">
            <a:extLst>
              <a:ext uri="{FF2B5EF4-FFF2-40B4-BE49-F238E27FC236}">
                <a16:creationId xmlns:a16="http://schemas.microsoft.com/office/drawing/2014/main" id="{7690BAEB-8DA9-8633-2BCC-0F5B4BB6B45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A7ED241-EB5B-5622-F74D-3AFE285ADD23}"/>
              </a:ext>
            </a:extLst>
          </p:cNvPr>
          <p:cNvSpPr>
            <a:spLocks noGrp="1"/>
          </p:cNvSpPr>
          <p:nvPr>
            <p:ph type="sldNum" sz="quarter" idx="12"/>
          </p:nvPr>
        </p:nvSpPr>
        <p:spPr/>
        <p:txBody>
          <a:bodyPr/>
          <a:lstStyle/>
          <a:p>
            <a:fld id="{5562BBA5-BEB3-4A02-B786-B0B3EBDB027F}" type="slidenum">
              <a:rPr lang="es-MX" smtClean="0"/>
              <a:t>‹Nº›</a:t>
            </a:fld>
            <a:endParaRPr lang="es-MX"/>
          </a:p>
        </p:txBody>
      </p:sp>
    </p:spTree>
    <p:extLst>
      <p:ext uri="{BB962C8B-B14F-4D97-AF65-F5344CB8AC3E}">
        <p14:creationId xmlns:p14="http://schemas.microsoft.com/office/powerpoint/2010/main" val="1032977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EE27F2A-100B-0760-47DF-4249AE31A1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AE60093-1AE6-B1D3-1560-41E989C444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5E6350A-B54D-F79D-794E-BECF2CD7FD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A86179-2F26-403A-B4C1-F939C183C27D}" type="datetimeFigureOut">
              <a:rPr lang="es-MX" smtClean="0"/>
              <a:t>30/05/2026</a:t>
            </a:fld>
            <a:endParaRPr lang="es-MX"/>
          </a:p>
        </p:txBody>
      </p:sp>
      <p:sp>
        <p:nvSpPr>
          <p:cNvPr id="5" name="Marcador de pie de página 4">
            <a:extLst>
              <a:ext uri="{FF2B5EF4-FFF2-40B4-BE49-F238E27FC236}">
                <a16:creationId xmlns:a16="http://schemas.microsoft.com/office/drawing/2014/main" id="{99609FEF-89E4-8CEC-80DB-C6FE67561C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BF42C031-147A-45DD-B40F-290DF22377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62BBA5-BEB3-4A02-B786-B0B3EBDB027F}" type="slidenum">
              <a:rPr lang="es-MX" smtClean="0"/>
              <a:t>‹Nº›</a:t>
            </a:fld>
            <a:endParaRPr lang="es-MX"/>
          </a:p>
        </p:txBody>
      </p:sp>
    </p:spTree>
    <p:extLst>
      <p:ext uri="{BB962C8B-B14F-4D97-AF65-F5344CB8AC3E}">
        <p14:creationId xmlns:p14="http://schemas.microsoft.com/office/powerpoint/2010/main" val="1926277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ACDA136C-4AB1-B8E3-30C9-DF2C4D7A0A66}"/>
              </a:ext>
            </a:extLst>
          </p:cNvPr>
          <p:cNvSpPr txBox="1"/>
          <p:nvPr/>
        </p:nvSpPr>
        <p:spPr>
          <a:xfrm>
            <a:off x="2374586" y="2011396"/>
            <a:ext cx="7644625" cy="4678204"/>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Administración</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3.2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t>
            </a:r>
            <a:r>
              <a:rPr lang="en-US" sz="1600">
                <a:solidFill>
                  <a:srgbClr val="000000"/>
                </a:solidFill>
                <a:latin typeface="Century Gothic" panose="020B0502020202020204" pitchFamily="34" charset="0"/>
                <a:ea typeface="Glacial Indifference"/>
                <a:cs typeface="Glacial Indifference"/>
                <a:sym typeface="Glacial Indifference"/>
              </a:rPr>
              <a:t>A 19 de Mayo </a:t>
            </a:r>
            <a:r>
              <a:rPr lang="en-US" sz="1600" dirty="0">
                <a:solidFill>
                  <a:srgbClr val="000000"/>
                </a:solidFill>
                <a:latin typeface="Century Gothic" panose="020B0502020202020204" pitchFamily="34" charset="0"/>
                <a:ea typeface="Glacial Indifference"/>
                <a:cs typeface="Glacial Indifference"/>
                <a:sym typeface="Glacial Indifference"/>
              </a:rPr>
              <a:t>del 2026</a:t>
            </a:r>
          </a:p>
        </p:txBody>
      </p:sp>
      <p:sp>
        <p:nvSpPr>
          <p:cNvPr id="5" name="TextBox 8">
            <a:extLst>
              <a:ext uri="{FF2B5EF4-FFF2-40B4-BE49-F238E27FC236}">
                <a16:creationId xmlns:a16="http://schemas.microsoft.com/office/drawing/2014/main" id="{BDCFD832-6A0A-7F6C-2432-A00F9F859DB9}"/>
              </a:ext>
            </a:extLst>
          </p:cNvPr>
          <p:cNvSpPr txBox="1"/>
          <p:nvPr/>
        </p:nvSpPr>
        <p:spPr>
          <a:xfrm>
            <a:off x="2018662" y="1127967"/>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A41793E6-2EEE-5D6A-825B-AEB5C11380D0}"/>
              </a:ext>
            </a:extLst>
          </p:cNvPr>
          <p:cNvGrpSpPr/>
          <p:nvPr/>
        </p:nvGrpSpPr>
        <p:grpSpPr>
          <a:xfrm>
            <a:off x="900094" y="85695"/>
            <a:ext cx="1833537" cy="1054536"/>
            <a:chOff x="0" y="0"/>
            <a:chExt cx="3073400" cy="1308100"/>
          </a:xfrm>
        </p:grpSpPr>
        <p:sp>
          <p:nvSpPr>
            <p:cNvPr id="7" name="Freeform 3">
              <a:extLst>
                <a:ext uri="{FF2B5EF4-FFF2-40B4-BE49-F238E27FC236}">
                  <a16:creationId xmlns:a16="http://schemas.microsoft.com/office/drawing/2014/main" id="{1DC980D6-60B1-12E1-5F02-123C82F8F918}"/>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A4D11D7D-EDA9-902A-799F-EFE15C668228}"/>
              </a:ext>
            </a:extLst>
          </p:cNvPr>
          <p:cNvGrpSpPr/>
          <p:nvPr/>
        </p:nvGrpSpPr>
        <p:grpSpPr>
          <a:xfrm>
            <a:off x="10101943" y="167651"/>
            <a:ext cx="1517156" cy="890624"/>
            <a:chOff x="0" y="0"/>
            <a:chExt cx="1981200" cy="1625600"/>
          </a:xfrm>
        </p:grpSpPr>
        <p:sp>
          <p:nvSpPr>
            <p:cNvPr id="9" name="Freeform 5">
              <a:extLst>
                <a:ext uri="{FF2B5EF4-FFF2-40B4-BE49-F238E27FC236}">
                  <a16:creationId xmlns:a16="http://schemas.microsoft.com/office/drawing/2014/main" id="{2E1E4597-8DF2-B93A-1FF0-07F52F3756A5}"/>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60C2E849-20B0-241E-30DD-0E32F2DDFBC7}"/>
              </a:ext>
            </a:extLst>
          </p:cNvPr>
          <p:cNvGrpSpPr/>
          <p:nvPr/>
        </p:nvGrpSpPr>
        <p:grpSpPr>
          <a:xfrm>
            <a:off x="4853273" y="255009"/>
            <a:ext cx="2687249" cy="587136"/>
            <a:chOff x="0" y="0"/>
            <a:chExt cx="4343400" cy="901700"/>
          </a:xfrm>
        </p:grpSpPr>
        <p:sp>
          <p:nvSpPr>
            <p:cNvPr id="11" name="Freeform 7">
              <a:extLst>
                <a:ext uri="{FF2B5EF4-FFF2-40B4-BE49-F238E27FC236}">
                  <a16:creationId xmlns:a16="http://schemas.microsoft.com/office/drawing/2014/main" id="{694DE08C-04DD-93EE-F1D2-3F9CB1509231}"/>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3505764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DA01C0-88AD-E28E-3C17-AF5758CC93C4}"/>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9862B337-DA6E-C096-2C9C-C4C6723958AB}"/>
              </a:ext>
            </a:extLst>
          </p:cNvPr>
          <p:cNvSpPr>
            <a:spLocks noGrp="1"/>
          </p:cNvSpPr>
          <p:nvPr>
            <p:ph idx="1"/>
          </p:nvPr>
        </p:nvSpPr>
        <p:spPr/>
        <p:txBody>
          <a:bodyPr/>
          <a:lstStyle/>
          <a:p>
            <a:pPr marL="0" indent="0" algn="just">
              <a:buNone/>
            </a:pPr>
            <a:r>
              <a:rPr lang="es-MX" dirty="0">
                <a:latin typeface="Arial" panose="020B0604020202020204" pitchFamily="34" charset="0"/>
                <a:cs typeface="Arial" panose="020B0604020202020204" pitchFamily="34" charset="0"/>
              </a:rPr>
              <a:t>Las pruebas de software son una etapa importante en el desarrollo de aplicaciones, ya que permiten verificar que el sistema funcione correctamente antes de ser utilizado. En esta práctica se realizaron pruebas unitarias y pruebas de integración en una arquitectura de microservicios desarrollada con Spring </a:t>
            </a:r>
            <a:r>
              <a:rPr lang="es-MX" dirty="0" err="1">
                <a:latin typeface="Arial" panose="020B0604020202020204" pitchFamily="34" charset="0"/>
                <a:cs typeface="Arial" panose="020B0604020202020204" pitchFamily="34" charset="0"/>
              </a:rPr>
              <a:t>Boot</a:t>
            </a:r>
            <a:r>
              <a:rPr lang="es-MX" dirty="0">
                <a:latin typeface="Arial" panose="020B0604020202020204" pitchFamily="34" charset="0"/>
                <a:cs typeface="Arial" panose="020B0604020202020204" pitchFamily="34" charset="0"/>
              </a:rPr>
              <a:t>, utilizando herramientas como </a:t>
            </a:r>
            <a:r>
              <a:rPr lang="es-MX" dirty="0" err="1">
                <a:latin typeface="Arial" panose="020B0604020202020204" pitchFamily="34" charset="0"/>
                <a:cs typeface="Arial" panose="020B0604020202020204" pitchFamily="34" charset="0"/>
              </a:rPr>
              <a:t>JUnit</a:t>
            </a:r>
            <a:r>
              <a:rPr lang="es-MX" dirty="0">
                <a:latin typeface="Arial" panose="020B0604020202020204" pitchFamily="34" charset="0"/>
                <a:cs typeface="Arial" panose="020B0604020202020204" pitchFamily="34" charset="0"/>
              </a:rPr>
              <a:t>, </a:t>
            </a:r>
            <a:r>
              <a:rPr lang="es-MX" dirty="0" err="1">
                <a:latin typeface="Arial" panose="020B0604020202020204" pitchFamily="34" charset="0"/>
                <a:cs typeface="Arial" panose="020B0604020202020204" pitchFamily="34" charset="0"/>
              </a:rPr>
              <a:t>Mockito</a:t>
            </a:r>
            <a:r>
              <a:rPr lang="es-MX" dirty="0">
                <a:latin typeface="Arial" panose="020B0604020202020204" pitchFamily="34" charset="0"/>
                <a:cs typeface="Arial" panose="020B0604020202020204" pitchFamily="34" charset="0"/>
              </a:rPr>
              <a:t> y </a:t>
            </a:r>
            <a:r>
              <a:rPr lang="es-MX" dirty="0" err="1">
                <a:latin typeface="Arial" panose="020B0604020202020204" pitchFamily="34" charset="0"/>
                <a:cs typeface="Arial" panose="020B0604020202020204" pitchFamily="34" charset="0"/>
              </a:rPr>
              <a:t>SpringBootTest</a:t>
            </a:r>
            <a:r>
              <a:rPr lang="es-MX" dirty="0">
                <a:latin typeface="Arial" panose="020B0604020202020204" pitchFamily="34" charset="0"/>
                <a:cs typeface="Arial" panose="020B0604020202020204" pitchFamily="34" charset="0"/>
              </a:rPr>
              <a:t>. Estas pruebas permitieron validar el funcionamiento de los métodos, controladores, conexión con base de datos y la interacción entre componentes del sistema</a:t>
            </a:r>
          </a:p>
        </p:txBody>
      </p:sp>
    </p:spTree>
    <p:extLst>
      <p:ext uri="{BB962C8B-B14F-4D97-AF65-F5344CB8AC3E}">
        <p14:creationId xmlns:p14="http://schemas.microsoft.com/office/powerpoint/2010/main" val="2799548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0B56E3-8ABD-7670-67AB-7A02CCBD2088}"/>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616FFB7B-6B94-BAFD-7BAD-89C18EB07B12}"/>
              </a:ext>
            </a:extLst>
          </p:cNvPr>
          <p:cNvSpPr>
            <a:spLocks noGrp="1"/>
          </p:cNvSpPr>
          <p:nvPr>
            <p:ph idx="1"/>
          </p:nvPr>
        </p:nvSpPr>
        <p:spPr/>
        <p:txBody>
          <a:bodyPr/>
          <a:lstStyle/>
          <a:p>
            <a:pPr marL="0" indent="0" algn="just">
              <a:buNone/>
            </a:pPr>
            <a:r>
              <a:rPr lang="es-MX" dirty="0">
                <a:latin typeface="Arial" panose="020B0604020202020204" pitchFamily="34" charset="0"/>
                <a:cs typeface="Arial" panose="020B0604020202020204" pitchFamily="34" charset="0"/>
              </a:rPr>
              <a:t>La realización de pruebas de software permite detectar errores de manera temprana y garantizar que cada componente del sistema cumpla con su función. En esta práctica se aplicaron diferentes tipos de pruebas para asegurar la calidad del software desarrollado en microservicios, verificando tanto el comportamiento individual de los métodos como la integración real con la base de datos.</a:t>
            </a:r>
          </a:p>
        </p:txBody>
      </p:sp>
    </p:spTree>
    <p:extLst>
      <p:ext uri="{BB962C8B-B14F-4D97-AF65-F5344CB8AC3E}">
        <p14:creationId xmlns:p14="http://schemas.microsoft.com/office/powerpoint/2010/main" val="3560490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54549E-F2F2-1275-9EA9-CDF058F10CC4}"/>
              </a:ext>
            </a:extLst>
          </p:cNvPr>
          <p:cNvSpPr>
            <a:spLocks noGrp="1"/>
          </p:cNvSpPr>
          <p:nvPr>
            <p:ph type="title"/>
          </p:nvPr>
        </p:nvSpPr>
        <p:spPr/>
        <p:txBody>
          <a:bodyPr/>
          <a:lstStyle/>
          <a:p>
            <a:r>
              <a:rPr lang="es-MX" dirty="0"/>
              <a:t>Objetivos </a:t>
            </a:r>
          </a:p>
        </p:txBody>
      </p:sp>
      <p:sp>
        <p:nvSpPr>
          <p:cNvPr id="4" name="Rectangle 1">
            <a:extLst>
              <a:ext uri="{FF2B5EF4-FFF2-40B4-BE49-F238E27FC236}">
                <a16:creationId xmlns:a16="http://schemas.microsoft.com/office/drawing/2014/main" id="{3C16B5C6-85E9-009E-3F1A-D5E29E323482}"/>
              </a:ext>
            </a:extLst>
          </p:cNvPr>
          <p:cNvSpPr>
            <a:spLocks noChangeArrowheads="1"/>
          </p:cNvSpPr>
          <p:nvPr/>
        </p:nvSpPr>
        <p:spPr bwMode="auto">
          <a:xfrm>
            <a:off x="944239" y="1490008"/>
            <a:ext cx="10515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2400" b="1" dirty="0"/>
              <a:t>Objetivo General</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2400" b="1"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2400" dirty="0"/>
              <a:t>Comprobar el correcto funcionamiento de los microservicios mediante la aplicación de pruebas unitarias y pruebas de integración utilizando herramientas de </a:t>
            </a:r>
            <a:r>
              <a:rPr lang="es-MX" altLang="es-MX" sz="2400" dirty="0" err="1"/>
              <a:t>testing</a:t>
            </a:r>
            <a:r>
              <a:rPr lang="es-MX" altLang="es-MX" sz="2400" dirty="0"/>
              <a:t> en Spring </a:t>
            </a:r>
            <a:r>
              <a:rPr lang="es-MX" altLang="es-MX" sz="2400" dirty="0" err="1"/>
              <a:t>Boot</a:t>
            </a:r>
            <a:r>
              <a:rPr lang="es-MX" altLang="es-MX" sz="2400" dirty="0"/>
              <a:t>.</a:t>
            </a:r>
          </a:p>
        </p:txBody>
      </p:sp>
      <p:sp>
        <p:nvSpPr>
          <p:cNvPr id="6" name="Rectangle 3">
            <a:extLst>
              <a:ext uri="{FF2B5EF4-FFF2-40B4-BE49-F238E27FC236}">
                <a16:creationId xmlns:a16="http://schemas.microsoft.com/office/drawing/2014/main" id="{7E284C18-8326-2823-BCB4-8D4ECA96C6A2}"/>
              </a:ext>
            </a:extLst>
          </p:cNvPr>
          <p:cNvSpPr>
            <a:spLocks noChangeArrowheads="1"/>
          </p:cNvSpPr>
          <p:nvPr/>
        </p:nvSpPr>
        <p:spPr bwMode="auto">
          <a:xfrm>
            <a:off x="944239" y="3551485"/>
            <a:ext cx="914724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2400" b="1" dirty="0"/>
              <a:t>Objetivos Específicos</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2400" b="1" dirty="0"/>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2400" dirty="0"/>
              <a:t>Realizar pruebas unitarias con </a:t>
            </a:r>
            <a:r>
              <a:rPr lang="es-MX" altLang="es-MX" sz="2400" dirty="0" err="1"/>
              <a:t>JUnit</a:t>
            </a:r>
            <a:r>
              <a:rPr lang="es-MX" altLang="es-MX" sz="2400" dirty="0"/>
              <a:t> y </a:t>
            </a:r>
            <a:r>
              <a:rPr lang="es-MX" altLang="es-MX" sz="2400" dirty="0" err="1"/>
              <a:t>Mockito</a:t>
            </a:r>
            <a:r>
              <a:rPr lang="es-MX" altLang="es-MX" sz="2400" dirty="0"/>
              <a: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2400" dirty="0"/>
              <a:t>Verificar la integración entre Spring </a:t>
            </a:r>
            <a:r>
              <a:rPr lang="es-MX" altLang="es-MX" sz="2400" dirty="0" err="1"/>
              <a:t>Boot</a:t>
            </a:r>
            <a:r>
              <a:rPr lang="es-MX" altLang="es-MX" sz="2400" dirty="0"/>
              <a:t> y MySQL.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2400" dirty="0"/>
              <a:t>Validar el funcionamiento de los </a:t>
            </a:r>
            <a:r>
              <a:rPr lang="es-MX" altLang="es-MX" sz="2400" dirty="0" err="1"/>
              <a:t>endpoints</a:t>
            </a:r>
            <a:r>
              <a:rPr lang="es-MX" altLang="es-MX" sz="2400" dirty="0"/>
              <a:t> de los microservicios.</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2400" dirty="0"/>
          </a:p>
        </p:txBody>
      </p:sp>
    </p:spTree>
    <p:extLst>
      <p:ext uri="{BB962C8B-B14F-4D97-AF65-F5344CB8AC3E}">
        <p14:creationId xmlns:p14="http://schemas.microsoft.com/office/powerpoint/2010/main" val="952012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8022D2A-3577-FBDE-EB1A-A294D04856B8}"/>
              </a:ext>
            </a:extLst>
          </p:cNvPr>
          <p:cNvSpPr txBox="1"/>
          <p:nvPr/>
        </p:nvSpPr>
        <p:spPr>
          <a:xfrm>
            <a:off x="288471" y="297827"/>
            <a:ext cx="11615057" cy="3046988"/>
          </a:xfrm>
          <a:prstGeom prst="rect">
            <a:avLst/>
          </a:prstGeom>
          <a:noFill/>
        </p:spPr>
        <p:txBody>
          <a:bodyPr wrap="square">
            <a:spAutoFit/>
          </a:bodyPr>
          <a:lstStyle/>
          <a:p>
            <a:r>
              <a:rPr lang="es-MX" sz="2400" b="1" dirty="0" err="1"/>
              <a:t>StudentControllerTest</a:t>
            </a:r>
            <a:r>
              <a:rPr lang="es-MX" sz="2400" b="1" dirty="0"/>
              <a:t> (prueba unitaria)</a:t>
            </a:r>
          </a:p>
          <a:p>
            <a:endParaRPr lang="es-MX" sz="2400" b="1" dirty="0"/>
          </a:p>
          <a:p>
            <a:r>
              <a:rPr lang="es-MX" dirty="0"/>
              <a:t>Este código corresponde a una prueba unitaria realizada con </a:t>
            </a:r>
            <a:r>
              <a:rPr lang="es-MX" dirty="0" err="1"/>
              <a:t>JUnit</a:t>
            </a:r>
            <a:r>
              <a:rPr lang="es-MX" dirty="0"/>
              <a:t> y </a:t>
            </a:r>
            <a:r>
              <a:rPr lang="es-MX" dirty="0" err="1"/>
              <a:t>Mockito</a:t>
            </a:r>
            <a:r>
              <a:rPr lang="es-MX" dirty="0"/>
              <a:t>. Su función es probar el comportamiento del controlador sin necesidad de conectarse a una base de datos real. </a:t>
            </a:r>
            <a:r>
              <a:rPr lang="es-MX" dirty="0" err="1"/>
              <a:t>Mockito</a:t>
            </a:r>
            <a:r>
              <a:rPr lang="es-MX" dirty="0"/>
              <a:t> permite simular respuestas del servicio, mientras que </a:t>
            </a:r>
            <a:r>
              <a:rPr lang="es-MX" dirty="0" err="1"/>
              <a:t>JUnit</a:t>
            </a:r>
            <a:r>
              <a:rPr lang="es-MX" dirty="0"/>
              <a:t> verifica mediante </a:t>
            </a:r>
            <a:r>
              <a:rPr lang="es-MX" dirty="0" err="1"/>
              <a:t>assertions</a:t>
            </a:r>
            <a:r>
              <a:rPr lang="es-MX" dirty="0"/>
              <a:t> que los resultados sean correctos.</a:t>
            </a:r>
          </a:p>
          <a:p>
            <a:r>
              <a:rPr lang="es-MX" b="1" dirty="0"/>
              <a:t>Qué hace:</a:t>
            </a:r>
            <a:endParaRPr lang="es-MX" dirty="0"/>
          </a:p>
          <a:p>
            <a:pPr>
              <a:buFont typeface="Arial" panose="020B0604020202020204" pitchFamily="34" charset="0"/>
              <a:buChar char="•"/>
            </a:pPr>
            <a:r>
              <a:rPr lang="es-MX" dirty="0"/>
              <a:t>Prueba obtener estudiantes </a:t>
            </a:r>
          </a:p>
          <a:p>
            <a:pPr>
              <a:buFont typeface="Arial" panose="020B0604020202020204" pitchFamily="34" charset="0"/>
              <a:buChar char="•"/>
            </a:pPr>
            <a:r>
              <a:rPr lang="es-MX" dirty="0"/>
              <a:t>Prueba guardar estudiantes </a:t>
            </a:r>
          </a:p>
          <a:p>
            <a:pPr>
              <a:buFont typeface="Arial" panose="020B0604020202020204" pitchFamily="34" charset="0"/>
              <a:buChar char="•"/>
            </a:pPr>
            <a:r>
              <a:rPr lang="es-MX" dirty="0"/>
              <a:t>Verifica respuestas esperadas </a:t>
            </a:r>
          </a:p>
          <a:p>
            <a:pPr>
              <a:buFont typeface="Arial" panose="020B0604020202020204" pitchFamily="34" charset="0"/>
              <a:buChar char="•"/>
            </a:pPr>
            <a:r>
              <a:rPr lang="es-MX" dirty="0"/>
              <a:t>No usa MySQL real</a:t>
            </a:r>
          </a:p>
        </p:txBody>
      </p:sp>
      <p:pic>
        <p:nvPicPr>
          <p:cNvPr id="6" name="Imagen 5">
            <a:extLst>
              <a:ext uri="{FF2B5EF4-FFF2-40B4-BE49-F238E27FC236}">
                <a16:creationId xmlns:a16="http://schemas.microsoft.com/office/drawing/2014/main" id="{B0D3A997-25BC-7974-7881-EE88F5E54DAD}"/>
              </a:ext>
            </a:extLst>
          </p:cNvPr>
          <p:cNvPicPr>
            <a:picLocks noChangeAspect="1"/>
          </p:cNvPicPr>
          <p:nvPr/>
        </p:nvPicPr>
        <p:blipFill>
          <a:blip r:embed="rId3"/>
          <a:stretch>
            <a:fillRect/>
          </a:stretch>
        </p:blipFill>
        <p:spPr>
          <a:xfrm>
            <a:off x="3906251" y="2018986"/>
            <a:ext cx="4379496" cy="2228068"/>
          </a:xfrm>
          <a:prstGeom prst="rect">
            <a:avLst/>
          </a:prstGeom>
        </p:spPr>
      </p:pic>
      <p:pic>
        <p:nvPicPr>
          <p:cNvPr id="7" name="Imagen 6">
            <a:extLst>
              <a:ext uri="{FF2B5EF4-FFF2-40B4-BE49-F238E27FC236}">
                <a16:creationId xmlns:a16="http://schemas.microsoft.com/office/drawing/2014/main" id="{7995F32F-AEB0-D086-29FD-630D9CF750F8}"/>
              </a:ext>
            </a:extLst>
          </p:cNvPr>
          <p:cNvPicPr>
            <a:picLocks noChangeAspect="1"/>
          </p:cNvPicPr>
          <p:nvPr/>
        </p:nvPicPr>
        <p:blipFill>
          <a:blip r:embed="rId4"/>
          <a:stretch>
            <a:fillRect/>
          </a:stretch>
        </p:blipFill>
        <p:spPr>
          <a:xfrm>
            <a:off x="779645" y="4332105"/>
            <a:ext cx="4379495" cy="2228068"/>
          </a:xfrm>
          <a:prstGeom prst="rect">
            <a:avLst/>
          </a:prstGeom>
        </p:spPr>
      </p:pic>
      <p:pic>
        <p:nvPicPr>
          <p:cNvPr id="8" name="Imagen 7">
            <a:extLst>
              <a:ext uri="{FF2B5EF4-FFF2-40B4-BE49-F238E27FC236}">
                <a16:creationId xmlns:a16="http://schemas.microsoft.com/office/drawing/2014/main" id="{6B06C41D-F3F2-D148-8A1F-D7839AE5144C}"/>
              </a:ext>
            </a:extLst>
          </p:cNvPr>
          <p:cNvPicPr>
            <a:picLocks noChangeAspect="1"/>
          </p:cNvPicPr>
          <p:nvPr/>
        </p:nvPicPr>
        <p:blipFill>
          <a:blip r:embed="rId5"/>
          <a:stretch>
            <a:fillRect/>
          </a:stretch>
        </p:blipFill>
        <p:spPr>
          <a:xfrm>
            <a:off x="6381550" y="4332105"/>
            <a:ext cx="4379496" cy="2228068"/>
          </a:xfrm>
          <a:prstGeom prst="rect">
            <a:avLst/>
          </a:prstGeom>
        </p:spPr>
      </p:pic>
    </p:spTree>
    <p:extLst>
      <p:ext uri="{BB962C8B-B14F-4D97-AF65-F5344CB8AC3E}">
        <p14:creationId xmlns:p14="http://schemas.microsoft.com/office/powerpoint/2010/main" val="1871043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C9D07FE-F9E5-0A36-6037-945174A89BFF}"/>
              </a:ext>
            </a:extLst>
          </p:cNvPr>
          <p:cNvSpPr>
            <a:spLocks noChangeArrowheads="1"/>
          </p:cNvSpPr>
          <p:nvPr/>
        </p:nvSpPr>
        <p:spPr bwMode="auto">
          <a:xfrm>
            <a:off x="157843" y="132440"/>
            <a:ext cx="11876313"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2000" b="1" dirty="0" err="1"/>
              <a:t>StudentsServiceIntegrationTest</a:t>
            </a:r>
            <a:r>
              <a:rPr lang="es-MX" altLang="es-MX" sz="2000" b="1" dirty="0"/>
              <a:t> (prueba de integración)</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b="1" dirty="0"/>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dirty="0"/>
              <a:t>Este código corresponde a una prueba de integración utilizando @SpringBootTest, lo que permite levantar el contexto completo de Spring </a:t>
            </a:r>
            <a:r>
              <a:rPr lang="es-MX" altLang="es-MX" dirty="0" err="1"/>
              <a:t>Boot</a:t>
            </a:r>
            <a:r>
              <a:rPr lang="es-MX" altLang="es-MX" dirty="0"/>
              <a:t>. Se verificó la conexión real con la base de datos MySQL, realizando operaciones reales de inserción y consulta. Además, se utilizó @Transactional para evitar que los datos de prueba quedaran guardados permanentemente.</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dirty="0"/>
              <a:t>Qué hace: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Levanta Spring </a:t>
            </a:r>
            <a:r>
              <a:rPr lang="es-MX" altLang="es-MX" dirty="0" err="1"/>
              <a:t>Boot</a:t>
            </a:r>
            <a:r>
              <a:rPr lang="es-MX" altLang="es-MX" dirty="0"/>
              <a:t> completo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Conecta con MySQL real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Ejecuta INSERT real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Ejecuta SELECT real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dirty="0"/>
              <a:t>Usa </a:t>
            </a:r>
            <a:r>
              <a:rPr lang="es-MX" altLang="es-MX" dirty="0" err="1"/>
              <a:t>rollback</a:t>
            </a:r>
            <a:r>
              <a:rPr lang="es-MX" altLang="es-MX" dirty="0"/>
              <a:t> automático con </a:t>
            </a:r>
          </a:p>
          <a:p>
            <a:pPr marR="0" lvl="0" algn="just" defTabSz="914400" rtl="0" eaLnBrk="0" fontAlgn="base" latinLnBrk="0" hangingPunct="0">
              <a:lnSpc>
                <a:spcPct val="100000"/>
              </a:lnSpc>
              <a:spcBef>
                <a:spcPct val="0"/>
              </a:spcBef>
              <a:spcAft>
                <a:spcPct val="0"/>
              </a:spcAft>
              <a:buClrTx/>
              <a:buSzTx/>
              <a:tabLst/>
            </a:pPr>
            <a:r>
              <a:rPr lang="es-MX" altLang="es-MX" b="1" dirty="0"/>
              <a:t>@Transactional</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dirty="0"/>
          </a:p>
        </p:txBody>
      </p:sp>
      <p:pic>
        <p:nvPicPr>
          <p:cNvPr id="5" name="Imagen 4">
            <a:extLst>
              <a:ext uri="{FF2B5EF4-FFF2-40B4-BE49-F238E27FC236}">
                <a16:creationId xmlns:a16="http://schemas.microsoft.com/office/drawing/2014/main" id="{5EE11E88-1470-B8C2-2B31-29DCE8F23A22}"/>
              </a:ext>
            </a:extLst>
          </p:cNvPr>
          <p:cNvPicPr>
            <a:picLocks noChangeAspect="1"/>
          </p:cNvPicPr>
          <p:nvPr/>
        </p:nvPicPr>
        <p:blipFill>
          <a:blip r:embed="rId2"/>
          <a:stretch>
            <a:fillRect/>
          </a:stretch>
        </p:blipFill>
        <p:spPr>
          <a:xfrm>
            <a:off x="3894392" y="2119727"/>
            <a:ext cx="8139764" cy="4141105"/>
          </a:xfrm>
          <a:prstGeom prst="rect">
            <a:avLst/>
          </a:prstGeom>
        </p:spPr>
      </p:pic>
    </p:spTree>
    <p:extLst>
      <p:ext uri="{BB962C8B-B14F-4D97-AF65-F5344CB8AC3E}">
        <p14:creationId xmlns:p14="http://schemas.microsoft.com/office/powerpoint/2010/main" val="2788306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5F9ED5A-5AEC-A574-9524-89A7093DD630}"/>
              </a:ext>
            </a:extLst>
          </p:cNvPr>
          <p:cNvSpPr txBox="1"/>
          <p:nvPr/>
        </p:nvSpPr>
        <p:spPr>
          <a:xfrm>
            <a:off x="163286" y="582420"/>
            <a:ext cx="6096000" cy="2585323"/>
          </a:xfrm>
          <a:prstGeom prst="rect">
            <a:avLst/>
          </a:prstGeom>
          <a:noFill/>
        </p:spPr>
        <p:txBody>
          <a:bodyPr wrap="square">
            <a:spAutoFit/>
          </a:bodyPr>
          <a:lstStyle/>
          <a:p>
            <a:r>
              <a:rPr lang="es-MX" b="1" dirty="0"/>
              <a:t>Explicación de herramientas usadas</a:t>
            </a:r>
          </a:p>
          <a:p>
            <a:r>
              <a:rPr lang="es-MX" b="1" dirty="0" err="1"/>
              <a:t>JUnit</a:t>
            </a:r>
            <a:endParaRPr lang="es-MX" b="1" dirty="0"/>
          </a:p>
          <a:p>
            <a:r>
              <a:rPr lang="es-MX" dirty="0"/>
              <a:t>Sirve para crear y ejecutar pruebas automáticas en Java.</a:t>
            </a:r>
          </a:p>
          <a:p>
            <a:r>
              <a:rPr lang="es-MX" b="1" dirty="0" err="1"/>
              <a:t>Mockito</a:t>
            </a:r>
            <a:endParaRPr lang="es-MX" b="1" dirty="0"/>
          </a:p>
          <a:p>
            <a:r>
              <a:rPr lang="es-MX" dirty="0"/>
              <a:t>Permite simular dependencias sin usar base de datos real.</a:t>
            </a:r>
          </a:p>
          <a:p>
            <a:r>
              <a:rPr lang="es-MX" b="1" dirty="0" err="1"/>
              <a:t>SpringBootTest</a:t>
            </a:r>
            <a:endParaRPr lang="es-MX" b="1" dirty="0"/>
          </a:p>
          <a:p>
            <a:r>
              <a:rPr lang="es-MX" dirty="0"/>
              <a:t>Levanta la aplicación completa para hacer pruebas reales.</a:t>
            </a:r>
          </a:p>
          <a:p>
            <a:r>
              <a:rPr lang="es-MX" b="1" dirty="0" err="1"/>
              <a:t>Transactional</a:t>
            </a:r>
            <a:endParaRPr lang="es-MX" b="1" dirty="0"/>
          </a:p>
          <a:p>
            <a:r>
              <a:rPr lang="es-MX" dirty="0"/>
              <a:t>Hace </a:t>
            </a:r>
            <a:r>
              <a:rPr lang="es-MX" dirty="0" err="1"/>
              <a:t>rollback</a:t>
            </a:r>
            <a:r>
              <a:rPr lang="es-MX" dirty="0"/>
              <a:t> automático al terminar el test.</a:t>
            </a:r>
          </a:p>
        </p:txBody>
      </p:sp>
      <p:sp>
        <p:nvSpPr>
          <p:cNvPr id="7" name="CuadroTexto 6">
            <a:extLst>
              <a:ext uri="{FF2B5EF4-FFF2-40B4-BE49-F238E27FC236}">
                <a16:creationId xmlns:a16="http://schemas.microsoft.com/office/drawing/2014/main" id="{7DAF8F9D-7034-2DB2-55DE-FA7570E6A7EB}"/>
              </a:ext>
            </a:extLst>
          </p:cNvPr>
          <p:cNvSpPr txBox="1"/>
          <p:nvPr/>
        </p:nvSpPr>
        <p:spPr>
          <a:xfrm>
            <a:off x="6096000" y="747824"/>
            <a:ext cx="6096000" cy="2031325"/>
          </a:xfrm>
          <a:prstGeom prst="rect">
            <a:avLst/>
          </a:prstGeom>
          <a:noFill/>
        </p:spPr>
        <p:txBody>
          <a:bodyPr wrap="square">
            <a:spAutoFit/>
          </a:bodyPr>
          <a:lstStyle/>
          <a:p>
            <a:r>
              <a:rPr lang="es-MX" b="1" dirty="0"/>
              <a:t>Resultados</a:t>
            </a:r>
            <a:endParaRPr lang="es-MX" dirty="0"/>
          </a:p>
          <a:p>
            <a:r>
              <a:rPr lang="es-MX" dirty="0"/>
              <a:t>Las pruebas realizadas fueron exitosas, ya que se verificó el correcto funcionamiento de los métodos, controladores y conexión con la base de datos. Los </a:t>
            </a:r>
            <a:r>
              <a:rPr lang="es-MX" dirty="0" err="1"/>
              <a:t>tests</a:t>
            </a:r>
            <a:r>
              <a:rPr lang="es-MX" dirty="0"/>
              <a:t> mostraron resultados satisfactorios con mensajes de “</a:t>
            </a:r>
            <a:r>
              <a:rPr lang="es-MX" dirty="0" err="1"/>
              <a:t>tests</a:t>
            </a:r>
            <a:r>
              <a:rPr lang="es-MX" dirty="0"/>
              <a:t> </a:t>
            </a:r>
            <a:r>
              <a:rPr lang="es-MX" dirty="0" err="1"/>
              <a:t>passed</a:t>
            </a:r>
            <a:r>
              <a:rPr lang="es-MX" dirty="0"/>
              <a:t>”, confirmando que el software cumple con los requisitos esperados.</a:t>
            </a:r>
          </a:p>
        </p:txBody>
      </p:sp>
      <p:pic>
        <p:nvPicPr>
          <p:cNvPr id="8" name="Imagen 7">
            <a:extLst>
              <a:ext uri="{FF2B5EF4-FFF2-40B4-BE49-F238E27FC236}">
                <a16:creationId xmlns:a16="http://schemas.microsoft.com/office/drawing/2014/main" id="{111DF76C-8B3D-4407-AE2D-32ED249D0423}"/>
              </a:ext>
            </a:extLst>
          </p:cNvPr>
          <p:cNvPicPr>
            <a:picLocks noChangeAspect="1"/>
          </p:cNvPicPr>
          <p:nvPr/>
        </p:nvPicPr>
        <p:blipFill>
          <a:blip r:embed="rId2"/>
          <a:srcRect l="89" t="37715" r="35714" b="23324"/>
          <a:stretch/>
        </p:blipFill>
        <p:spPr>
          <a:xfrm>
            <a:off x="3346372" y="4989960"/>
            <a:ext cx="5270658" cy="1627380"/>
          </a:xfrm>
          <a:prstGeom prst="rect">
            <a:avLst/>
          </a:prstGeom>
        </p:spPr>
      </p:pic>
      <p:pic>
        <p:nvPicPr>
          <p:cNvPr id="9" name="Imagen 8">
            <a:extLst>
              <a:ext uri="{FF2B5EF4-FFF2-40B4-BE49-F238E27FC236}">
                <a16:creationId xmlns:a16="http://schemas.microsoft.com/office/drawing/2014/main" id="{420D0A72-FDC4-48AB-03CC-51FAB646646E}"/>
              </a:ext>
            </a:extLst>
          </p:cNvPr>
          <p:cNvPicPr>
            <a:picLocks noChangeAspect="1"/>
          </p:cNvPicPr>
          <p:nvPr/>
        </p:nvPicPr>
        <p:blipFill>
          <a:blip r:embed="rId3"/>
          <a:srcRect l="1349" t="52112" r="2188" b="6132"/>
          <a:stretch/>
        </p:blipFill>
        <p:spPr>
          <a:xfrm>
            <a:off x="2220687" y="3250579"/>
            <a:ext cx="7522028" cy="1656545"/>
          </a:xfrm>
          <a:prstGeom prst="rect">
            <a:avLst/>
          </a:prstGeom>
        </p:spPr>
      </p:pic>
    </p:spTree>
    <p:extLst>
      <p:ext uri="{BB962C8B-B14F-4D97-AF65-F5344CB8AC3E}">
        <p14:creationId xmlns:p14="http://schemas.microsoft.com/office/powerpoint/2010/main" val="3330207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0139E7-9A15-A921-FD17-2C45C4BB4B6C}"/>
              </a:ext>
            </a:extLst>
          </p:cNvPr>
          <p:cNvSpPr>
            <a:spLocks noGrp="1"/>
          </p:cNvSpPr>
          <p:nvPr>
            <p:ph type="title"/>
          </p:nvPr>
        </p:nvSpPr>
        <p:spPr/>
        <p:txBody>
          <a:bodyPr/>
          <a:lstStyle/>
          <a:p>
            <a:r>
              <a:rPr lang="es-MX" dirty="0"/>
              <a:t>conclusión</a:t>
            </a:r>
          </a:p>
        </p:txBody>
      </p:sp>
      <p:sp>
        <p:nvSpPr>
          <p:cNvPr id="3" name="Marcador de contenido 2">
            <a:extLst>
              <a:ext uri="{FF2B5EF4-FFF2-40B4-BE49-F238E27FC236}">
                <a16:creationId xmlns:a16="http://schemas.microsoft.com/office/drawing/2014/main" id="{F78A222D-11C3-D071-8F33-7C087C9F81BE}"/>
              </a:ext>
            </a:extLst>
          </p:cNvPr>
          <p:cNvSpPr>
            <a:spLocks noGrp="1"/>
          </p:cNvSpPr>
          <p:nvPr>
            <p:ph idx="1"/>
          </p:nvPr>
        </p:nvSpPr>
        <p:spPr/>
        <p:txBody>
          <a:bodyPr>
            <a:normAutofit/>
          </a:bodyPr>
          <a:lstStyle/>
          <a:p>
            <a:pPr marL="0" indent="0" algn="just">
              <a:buNone/>
            </a:pPr>
            <a:r>
              <a:rPr lang="es-MX" sz="2400" dirty="0"/>
              <a:t>Las pruebas de software realizadas permitieron comprobar el correcto funcionamiento de los microservicios tanto de manera individual como en integración completa. El uso de herramientas como </a:t>
            </a:r>
            <a:r>
              <a:rPr lang="es-MX" sz="2400" dirty="0" err="1"/>
              <a:t>JUnit</a:t>
            </a:r>
            <a:r>
              <a:rPr lang="es-MX" sz="2400" dirty="0"/>
              <a:t>, </a:t>
            </a:r>
            <a:r>
              <a:rPr lang="es-MX" sz="2400" dirty="0" err="1"/>
              <a:t>Mockito</a:t>
            </a:r>
            <a:r>
              <a:rPr lang="es-MX" sz="2400" dirty="0"/>
              <a:t> y Spring </a:t>
            </a:r>
            <a:r>
              <a:rPr lang="es-MX" sz="2400" dirty="0" err="1"/>
              <a:t>Boot</a:t>
            </a:r>
            <a:r>
              <a:rPr lang="es-MX" sz="2400" dirty="0"/>
              <a:t> facilitó la detección de errores y la validación del sistema, garantizando una mayor calidad y confiabilidad en el desarrollo del software.</a:t>
            </a:r>
          </a:p>
          <a:p>
            <a:pPr marL="0" indent="0" algn="just">
              <a:buNone/>
            </a:pPr>
            <a:endParaRPr lang="es-MX" sz="2400" dirty="0"/>
          </a:p>
        </p:txBody>
      </p:sp>
    </p:spTree>
    <p:extLst>
      <p:ext uri="{BB962C8B-B14F-4D97-AF65-F5344CB8AC3E}">
        <p14:creationId xmlns:p14="http://schemas.microsoft.com/office/powerpoint/2010/main" val="396584169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584</Words>
  <Application>Microsoft Office PowerPoint</Application>
  <PresentationFormat>Panorámica</PresentationFormat>
  <Paragraphs>67</Paragraphs>
  <Slides>8</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Aptos</vt:lpstr>
      <vt:lpstr>Aptos Display</vt:lpstr>
      <vt:lpstr>Arial</vt:lpstr>
      <vt:lpstr>Century Gothic</vt:lpstr>
      <vt:lpstr>Tema de Office</vt:lpstr>
      <vt:lpstr>Presentación de PowerPoint</vt:lpstr>
      <vt:lpstr>Introducción </vt:lpstr>
      <vt:lpstr>Justificación </vt:lpstr>
      <vt:lpstr>Objetivos </vt:lpstr>
      <vt:lpstr>Presentación de PowerPoint</vt:lpstr>
      <vt:lpstr>Presentación de PowerPoint</vt:lpstr>
      <vt:lpstr>Presentación de PowerPoint</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2</cp:revision>
  <dcterms:created xsi:type="dcterms:W3CDTF">2026-05-21T00:26:47Z</dcterms:created>
  <dcterms:modified xsi:type="dcterms:W3CDTF">2026-05-30T19:46:14Z</dcterms:modified>
</cp:coreProperties>
</file>