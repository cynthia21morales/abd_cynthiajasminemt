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  <p:sldId id="264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B411BA-7067-C53C-2707-F4ABD66EF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934BDE8-BEF4-9E87-604A-D49BEFFA4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FA11C5-EE76-3673-4104-8FB35848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46E-0DF3-4B84-8131-92B7AFE9BC4F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4115FA-49AC-9CAF-C461-D594F9D8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8ACB19-02CA-83B0-D474-038F70AF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5480-E4D2-4563-A662-6269695F73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3256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74A5B-304C-6A2F-A3F2-65309E332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65D115-9544-2744-EF77-8FA9A487A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E954A55-5F07-F878-6072-826DED755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46E-0DF3-4B84-8131-92B7AFE9BC4F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D84ECB-BD9D-6C76-E680-24ED6E2AC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C94F7C-B1C5-990A-CD6C-1CEC1244C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5480-E4D2-4563-A662-6269695F73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2086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ACF093-7CB1-AA36-8ED8-A27830DD5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E1CF32-01AF-65EA-7433-440B5E370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1E9204-5E2B-4DC8-53D8-AB53205B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46E-0DF3-4B84-8131-92B7AFE9BC4F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25988F-5F4F-947D-965A-91505D5EC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AB403-44BF-65FE-C0D3-FF88E269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5480-E4D2-4563-A662-6269695F73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6731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841D4-CBFB-2257-3984-5283E3376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C7D39CA-5145-6E6F-1E17-C86FBDB38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34A46F-699E-F2A2-94DC-22215FBF4E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B984FC-3667-0819-675D-41DD21FE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46E-0DF3-4B84-8131-92B7AFE9BC4F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AC6E31-593F-26E5-59F4-F11884B9A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D10C41-45D8-DC3F-B622-CEF0790E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5480-E4D2-4563-A662-6269695F73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3556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CC7E09-AF38-8B40-0E35-57A6E4F37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C95C12-5EC2-875E-004C-6836D89E4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68394D-2C5D-AE5E-9A27-C51FFBE10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D7ED46-9668-44B6-A84A-914FD07B4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8A1A1C8-3AAF-E74A-5C1A-A896A09E01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05C659-A73F-B624-56C0-4C12198D0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46E-0DF3-4B84-8131-92B7AFE9BC4F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1490B4E-79C5-2023-F0CC-E73FAC684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603FC9-2B71-5A8F-128B-9112D7E90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5480-E4D2-4563-A662-6269695F73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2067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647D3-5C55-BA55-11E4-46F752FD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4F55625-23F7-C107-FA72-3596CF490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46E-0DF3-4B84-8131-92B7AFE9BC4F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F75A887-7BF6-7B41-58EF-A7CF006C8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6936B79-8CC0-F671-9D01-5B53D5FAE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5480-E4D2-4563-A662-6269695F73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6288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B61B251-1C34-CCC4-F094-C222B63C9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46E-0DF3-4B84-8131-92B7AFE9BC4F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723E9BE-7399-4DFF-2D2B-C72C51F9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68037C-DDC1-6D5E-AAD7-A45359AE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5480-E4D2-4563-A662-6269695F73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972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FCC2E-4762-BA89-810D-4767CC068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EEBC949-D1C4-DFAD-A92B-DBCCB6C34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BF4E77-E7DA-6A8F-644E-3C0E4D338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CEDB4E-9035-E014-6D55-550B5063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46E-0DF3-4B84-8131-92B7AFE9BC4F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0077D29-3538-6CA0-84E2-4190E1DF3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4B78C9-7AA1-F877-714A-1C884865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5480-E4D2-4563-A662-6269695F73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74907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52BE5B-00BE-D9BB-FC0C-B0E71D503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9BCB28-4F8E-239B-3B9F-27EFB253B1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6459C86-7D88-6730-BAC4-CAFE542C5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E931AD-6E61-C4EB-EC70-54DD08AC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46E-0DF3-4B84-8131-92B7AFE9BC4F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432D43-0D14-CBEA-3482-4442A65E3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F01D503-A956-93C6-62D0-537AB6FB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5480-E4D2-4563-A662-6269695F73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943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5758DB-A546-66F8-15B2-4099159C1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F71238-0184-3A3A-8A10-B0F8BE1B7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13108C-D26F-DBCF-0921-F22D9BAD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46E-0DF3-4B84-8131-92B7AFE9BC4F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0638772-EA7B-2DFA-46F9-91D7B75D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EB232B-DB5C-3D83-5B7C-34A44580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5480-E4D2-4563-A662-6269695F73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9335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D1BCEAD-890B-5AB0-3217-1FBC111888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6550BC1-F864-7448-7501-954EE7D2B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FC06E5-AF41-3BF8-2E8B-08768C50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6646E-0DF3-4B84-8131-92B7AFE9BC4F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63F109-5EC8-FA93-52CA-CB60594A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051576-DAF9-27F7-B5F9-99BC1715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AE5480-E4D2-4563-A662-6269695F73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8829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04F41D5-2613-C4E8-3321-AFED8A689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DDD119-B792-2A08-E585-BBF361C27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4F132D-D53D-B3FE-7062-2550F3531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6646E-0DF3-4B84-8131-92B7AFE9BC4F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4314B5-B9EA-7B84-4669-DBFBD336E1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0F034C-8779-5206-2188-86ABBD282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AE5480-E4D2-4563-A662-6269695F73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5348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6FDB397E-7951-3B8D-B873-CCA957F159D8}"/>
              </a:ext>
            </a:extLst>
          </p:cNvPr>
          <p:cNvSpPr txBox="1"/>
          <p:nvPr/>
        </p:nvSpPr>
        <p:spPr>
          <a:xfrm>
            <a:off x="2374586" y="2011396"/>
            <a:ext cx="7644625" cy="46782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Administración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 base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datos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Sexto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6.3 Banco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14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junio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D365C091-5621-36E7-B8A1-067E35382EE2}"/>
              </a:ext>
            </a:extLst>
          </p:cNvPr>
          <p:cNvSpPr txBox="1"/>
          <p:nvPr/>
        </p:nvSpPr>
        <p:spPr>
          <a:xfrm>
            <a:off x="2018662" y="1127967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2170E0F0-4B1C-D2A5-C5DC-9CECAEE14B4B}"/>
              </a:ext>
            </a:extLst>
          </p:cNvPr>
          <p:cNvGrpSpPr/>
          <p:nvPr/>
        </p:nvGrpSpPr>
        <p:grpSpPr>
          <a:xfrm>
            <a:off x="900094" y="85695"/>
            <a:ext cx="1833537" cy="105453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21BF2D35-964B-7799-05D8-76999B13AE0F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7AA7B479-3300-B4A3-F773-883975783A39}"/>
              </a:ext>
            </a:extLst>
          </p:cNvPr>
          <p:cNvGrpSpPr/>
          <p:nvPr/>
        </p:nvGrpSpPr>
        <p:grpSpPr>
          <a:xfrm>
            <a:off x="10101943" y="167651"/>
            <a:ext cx="1517156" cy="890624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CA1DE6F-00D7-3FC1-19F5-EB0D3D0B9B3F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685F8C23-E952-0146-1451-65392A951E5E}"/>
              </a:ext>
            </a:extLst>
          </p:cNvPr>
          <p:cNvGrpSpPr/>
          <p:nvPr/>
        </p:nvGrpSpPr>
        <p:grpSpPr>
          <a:xfrm>
            <a:off x="4853273" y="255009"/>
            <a:ext cx="2687249" cy="587136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3770F5D9-408C-07BE-BC19-101A33A19558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4175614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FC50AC-D222-DC78-F46C-C6950B1C9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AF6E73-BDB3-AF4B-DFDD-04438B3DE3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En la presente práctica se verificó el funcionamiento de una aplicación Angular desplegada mediante </a:t>
            </a:r>
            <a:r>
              <a:rPr lang="es-MX" sz="2400" dirty="0" err="1"/>
              <a:t>Nginx</a:t>
            </a:r>
            <a:r>
              <a:rPr lang="es-MX" sz="2400" dirty="0"/>
              <a:t> y su comunicación con diferentes microservicios. Una vez configurado el servidor web, se realizaron pruebas para comprobar que las solicitudes realizadas por la aplicación fueran procesadas correctamente por las </a:t>
            </a:r>
            <a:r>
              <a:rPr lang="es-MX" sz="2400" dirty="0" err="1"/>
              <a:t>APIs</a:t>
            </a:r>
            <a:r>
              <a:rPr lang="es-MX" sz="2400" dirty="0"/>
              <a:t> correspondientes. Esto permitió validar la integración entre el </a:t>
            </a:r>
            <a:r>
              <a:rPr lang="es-MX" sz="2400" dirty="0" err="1"/>
              <a:t>frontend</a:t>
            </a:r>
            <a:r>
              <a:rPr lang="es-MX" sz="2400" dirty="0"/>
              <a:t> y los microservicios, garantizando el intercambio adecuado de información dentro del sistema.</a:t>
            </a:r>
          </a:p>
        </p:txBody>
      </p:sp>
    </p:spTree>
    <p:extLst>
      <p:ext uri="{BB962C8B-B14F-4D97-AF65-F5344CB8AC3E}">
        <p14:creationId xmlns:p14="http://schemas.microsoft.com/office/powerpoint/2010/main" val="1884905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171BD-1D42-DF4A-B518-A327BC9C5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1EF7EC-17FA-D609-473C-DA512079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400" dirty="0"/>
              <a:t>Esta práctica es importante porque permite comprobar que los servicios desarrollados funcionan de manera integrada en un entorno de ejecución real. La utilización de </a:t>
            </a:r>
            <a:r>
              <a:rPr lang="es-MX" sz="2400" dirty="0" err="1"/>
              <a:t>Nginx</a:t>
            </a:r>
            <a:r>
              <a:rPr lang="es-MX" sz="2400" dirty="0"/>
              <a:t> como servidor web facilita la publicación de la aplicación Angular, mientras que la conexión con los microservicios permite gestionar y consultar información de forma distribuida. La validación de esta comunicación garantiza que el sistema opere correctamente y que los usuarios puedan acceder a los datos proporcionados por las </a:t>
            </a:r>
            <a:r>
              <a:rPr lang="es-MX" sz="2400" dirty="0" err="1"/>
              <a:t>APIs</a:t>
            </a:r>
            <a:r>
              <a:rPr lang="es-MX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4129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3726BD81-0DB5-C687-F04E-066155519D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7358" y="279854"/>
            <a:ext cx="8552998" cy="435133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15902514-F603-6138-B8D0-91AC614FC077}"/>
              </a:ext>
            </a:extLst>
          </p:cNvPr>
          <p:cNvSpPr txBox="1"/>
          <p:nvPr/>
        </p:nvSpPr>
        <p:spPr>
          <a:xfrm>
            <a:off x="1687286" y="4845708"/>
            <a:ext cx="8413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verificó el acceso a la página principal del Sistema Integral de Gestión Académica mediante el dominio configurado en </a:t>
            </a:r>
            <a:r>
              <a:rPr lang="es-MX" dirty="0" err="1"/>
              <a:t>Nginx</a:t>
            </a:r>
            <a:r>
              <a:rPr lang="es-MX" dirty="0"/>
              <a:t>. La aplicación Angular fue cargada correctamente y mostró las opciones disponibles para la gestión de estudiantes, profesores y cursos.</a:t>
            </a:r>
          </a:p>
        </p:txBody>
      </p:sp>
    </p:spTree>
    <p:extLst>
      <p:ext uri="{BB962C8B-B14F-4D97-AF65-F5344CB8AC3E}">
        <p14:creationId xmlns:p14="http://schemas.microsoft.com/office/powerpoint/2010/main" val="3559212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17855D-9B1E-2A53-5CC3-0BE9F2428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800" dirty="0"/>
              <a:t>Se comprobó la comunicación entre la aplicación Angular y el microservicio de estudiantes. Los registros almacenados fueron consultados correctamente y mostrados en la interfaz mediante el consumo de la API correspondiente.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EBA980F1-D51F-224A-082D-AA1B9CC00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9501" y="1825625"/>
            <a:ext cx="85529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818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C43A3-2BC7-0712-E0F0-C290995D3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Se comprueba su funcionamiento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1CC387-819B-A175-2CF0-5D2F439C9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075" y="2068286"/>
            <a:ext cx="6481144" cy="329728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3A73BAED-BDFC-5A0E-55C0-C1FD3B2BC623}"/>
              </a:ext>
            </a:extLst>
          </p:cNvPr>
          <p:cNvSpPr txBox="1"/>
          <p:nvPr/>
        </p:nvSpPr>
        <p:spPr>
          <a:xfrm>
            <a:off x="257781" y="2326253"/>
            <a:ext cx="49673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Se realizaron pruebas de funcionamiento para verificar la comunicación entre la aplicación Angular y los microservicios implementados. Los resultados obtenidos demostraron que las </a:t>
            </a:r>
            <a:r>
              <a:rPr lang="es-MX" dirty="0" err="1"/>
              <a:t>APIs</a:t>
            </a:r>
            <a:r>
              <a:rPr lang="es-MX" dirty="0"/>
              <a:t> responden correctamente a las solicitudes realizadas por el </a:t>
            </a:r>
            <a:r>
              <a:rPr lang="es-MX" dirty="0" err="1"/>
              <a:t>frontend</a:t>
            </a:r>
            <a:r>
              <a:rPr lang="es-MX" dirty="0"/>
              <a:t>, permitiendo consultar y mostrar la información de manera adecuada mediante el servidor </a:t>
            </a:r>
            <a:r>
              <a:rPr lang="es-MX" dirty="0" err="1"/>
              <a:t>Nginx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95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523D8-5214-EC2F-3878-7BA42DD35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MX" sz="2400" dirty="0"/>
              <a:t>Se realizaron pruebas de consulta, registro y actualización de información de profesores mediante el consumo de la API correspondiente. Los datos fueron procesados correctamente por el microservicio y reflejados en la interfaz web, demostrando el correcto funcionamiento de la integración entre Angular, </a:t>
            </a:r>
            <a:r>
              <a:rPr lang="es-MX" sz="2400" dirty="0" err="1"/>
              <a:t>Nginx</a:t>
            </a:r>
            <a:r>
              <a:rPr lang="es-MX" sz="2400" dirty="0"/>
              <a:t> y los servicios </a:t>
            </a:r>
            <a:r>
              <a:rPr lang="es-MX" sz="2400" dirty="0" err="1"/>
              <a:t>backend</a:t>
            </a:r>
            <a:r>
              <a:rPr lang="es-MX" sz="2400" dirty="0"/>
              <a:t>.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7C5E9DD-C5F2-25F1-4432-4B22823C48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9501" y="2141537"/>
            <a:ext cx="855299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D0653ADD-A96F-92DC-BB81-C97BC3DDA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9501" y="1825625"/>
            <a:ext cx="8552998" cy="435133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B4FF2DBD-686A-34C7-6E46-BE86C7A79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 flipH="1">
            <a:off x="500742" y="511041"/>
            <a:ext cx="1094014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verificó el funcionamiento del microservicio de cursos, permitiendo consultar y visualizar la información registrada. Los datos fueron obtenidos mediante peticiones realizadas desde el frontend hacia las APIs configuradas.</a:t>
            </a:r>
          </a:p>
        </p:txBody>
      </p:sp>
    </p:spTree>
    <p:extLst>
      <p:ext uri="{BB962C8B-B14F-4D97-AF65-F5344CB8AC3E}">
        <p14:creationId xmlns:p14="http://schemas.microsoft.com/office/powerpoint/2010/main" val="51827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856FD-61F4-D841-5CB1-6CF3360C4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3B0DD5-FA3A-BF20-C740-4C61B87D2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MX" sz="2000" dirty="0"/>
              <a:t>Durante el desarrollo de la práctica se comprobó exitosamente la integración entre la aplicación Angular desplegada mediante </a:t>
            </a:r>
            <a:r>
              <a:rPr lang="es-MX" sz="2000" dirty="0" err="1"/>
              <a:t>Nginx</a:t>
            </a:r>
            <a:r>
              <a:rPr lang="es-MX" sz="2000" dirty="0"/>
              <a:t> y los microservicios desarrollados para la gestión académica. Las pruebas realizadas demostraron que las </a:t>
            </a:r>
            <a:r>
              <a:rPr lang="es-MX" sz="2000" dirty="0" err="1"/>
              <a:t>APIs</a:t>
            </a:r>
            <a:r>
              <a:rPr lang="es-MX" sz="2000" dirty="0"/>
              <a:t> responden correctamente a las solicitudes de consulta y actualización de información, permitiendo visualizar los datos de manera adecuada en la interfaz web. Los resultados obtenidos evidencian el correcto funcionamiento de la arquitectura implementada y fortalecen los conocimientos relacionados con el despliegue de aplicaciones y el consumo de servicios en entornos distribuidos.</a:t>
            </a:r>
            <a:endParaRPr lang="es-MX" sz="3200" dirty="0"/>
          </a:p>
        </p:txBody>
      </p:sp>
    </p:spTree>
    <p:extLst>
      <p:ext uri="{BB962C8B-B14F-4D97-AF65-F5344CB8AC3E}">
        <p14:creationId xmlns:p14="http://schemas.microsoft.com/office/powerpoint/2010/main" val="349599123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521</Words>
  <Application>Microsoft Office PowerPoint</Application>
  <PresentationFormat>Panorámica</PresentationFormat>
  <Paragraphs>33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Justificación </vt:lpstr>
      <vt:lpstr>Presentación de PowerPoint</vt:lpstr>
      <vt:lpstr>Se comprobó la comunicación entre la aplicación Angular y el microservicio de estudiantes. Los registros almacenados fueron consultados correctamente y mostrados en la interfaz mediante el consumo de la API correspondiente.</vt:lpstr>
      <vt:lpstr>Se comprueba su funcionamiento</vt:lpstr>
      <vt:lpstr>Se realizaron pruebas de consulta, registro y actualización de información de profesores mediante el consumo de la API correspondiente. Los datos fueron procesados correctamente por el microservicio y reflejados en la interfaz web, demostrando el correcto funcionamiento de la integración entre Angular, Nginx y los servicios backend.</vt:lpstr>
      <vt:lpstr>Se verificó el funcionamiento del microservicio de cursos, permitiendo consultar y visualizar la información registrada. Los datos fueron obtenidos mediante peticiones realizadas desde el frontend hacia las APIs configuradas.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2</cp:revision>
  <dcterms:created xsi:type="dcterms:W3CDTF">2026-06-15T16:37:40Z</dcterms:created>
  <dcterms:modified xsi:type="dcterms:W3CDTF">2026-06-15T17:06:28Z</dcterms:modified>
</cp:coreProperties>
</file>